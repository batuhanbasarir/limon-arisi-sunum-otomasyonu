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/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1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1EB3C-1DDD-4F13-A6A8-EA322A9A157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34A21-6E96-47D7-BC19-DD732B1C3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8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0756D8-94F1-9E93-F503-2AA07CDF3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01BBC17-2719-D8B0-9531-85B860F9E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E4070D0-DC97-0A1E-892A-A035C27C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301DD1E-EFD2-2153-309D-EF07FC99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E222482-8D24-0512-D840-5640BAAC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618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FBE87E-4043-A840-4C26-2701D9F1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F66CD8-7159-4008-20A0-20F2F2F9A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A442D0C-76F6-5057-D981-51E9E734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E8F060-1888-1BDC-BC64-B527AB6E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44A13F3-F472-126A-13E1-A2224EB7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53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45D966-894C-8155-7A77-727195A4E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BF1BAE1-5ACA-3F28-2841-1238AA339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5C6B443-D16F-D008-7190-2EE73EFB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8BB839-1585-B121-5AF8-364E6524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9450B2D-B6E4-FE7F-2AA5-7776A34E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02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8FE366-D54A-3CB6-565F-C03BF321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56FE0E1-DF86-D32A-4C23-50562FCC5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1291800-3449-AFF4-A33B-D1417F41C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77A1814-4581-9C5A-984E-A3E7B6AF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67C5963-815A-6D0C-A635-66EF242C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1F8F020-F422-33FD-5D37-20733586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067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DFB2F8-4329-1920-3F0C-41D6795C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55D8B21-A20F-4960-692B-B9F7E0FFC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C002D2D-07D0-DB30-EF02-96A3E309B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3AC3C7B-53D3-E6C6-0F69-A7C2E468B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456C8B6-B0A5-FD36-E14B-FBE44949A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A77495B-A41D-3873-A640-6F753860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8DE70F7-F39D-D4BB-B665-55FCF5A2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31A9440-0CF8-621B-4931-683B2AFB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737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6E3F6A-36CA-2E40-1FCF-43E2512B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7F09A98-D228-7143-9244-43B0831F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10F91CC-2F8B-5914-B5C5-04F629B1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A2A4089-8B41-F3E3-21CB-185728A4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503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1884B79-ABB2-8A69-A9BC-C182454A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0159264-E11A-0A6F-63B9-9F5CC5CE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9F9E6B9-AFD3-C836-6F8F-3C0ACFED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462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D417DF-8CCF-7885-F766-B0A27BAE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6E8369-83B9-BFC3-BD8D-D0CD39F67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ECBAB2C-D358-EAA0-6D0E-0F1309AC8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89182F0-34D7-6BB2-B6FF-EFA19C47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A06445A-543A-8859-10B3-E438A760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7237D43-F899-E464-3EE6-0BB6B8BD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923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E0A88C-71AF-BB1B-DF95-66A53503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3AB88A2-E166-2D44-A31A-8797EB1DB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6961231-B16D-9DB7-0617-30C374349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D2ECD3F-38E2-60E7-44B9-51F9E414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C84DE76-9988-BF43-9B8E-A495334C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680FE91-A7EB-AA7D-AF4F-D24094E7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012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C4576B-F52C-8E39-7BAC-420899DB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31E3774-A6A0-9A8E-A0AC-7772D972B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7B0D6C5-9B47-AAD4-5940-63A3AA91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1B6D0D6-008C-620D-174A-10F6DAE6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51581E-1219-C199-4973-DB116E0C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024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00BF478-B325-949D-8942-8CFF33D0B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C05153D-05B9-496C-CBA3-26EB37E74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2D3945B-7AE6-9D72-1B29-EF04E3B2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58A32CB-69E7-3072-AD7B-52304168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0B0FAD-50F5-B60E-3AC5-2C213334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4204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D5EA7F0-353B-6704-5E79-D567A517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F490A16-6D14-CDE2-360E-35CFCF2FC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518230A-9D89-7C7A-8B5B-753AD06AD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605FC-C06E-48D5-BCF3-8691D2CF41CF}" type="datetimeFigureOut">
              <a:rPr lang="tr-TR" smtClean="0"/>
              <a:t>6.07.2026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EB12E90-93D9-EB9A-9D30-015ECEA4A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145086C-8A60-B396-7AD5-AD4E3CD7F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AB3D6-B669-424D-AEB1-A01526E90CE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697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5259</TotalTime>
  <Words>515</Words>
  <Application>Microsoft Office PowerPoint</Application>
  <PresentationFormat>Widescreen</PresentationFormat>
  <Paragraphs>115</Paragraphs>
  <Slides>0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limon arısı</dc:creator>
  <cp:lastModifiedBy>burcu dağlı</cp:lastModifiedBy>
  <cp:revision>135</cp:revision>
  <dcterms:created xsi:type="dcterms:W3CDTF">2025-12-22T13:01:16Z</dcterms:created>
  <dcterms:modified xsi:type="dcterms:W3CDTF">2026-07-06T13:31:50Z</dcterms:modified>
</cp:coreProperties>
</file>